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1a41583d374d49" /><Relationship Type="http://schemas.openxmlformats.org/officeDocument/2006/relationships/extended-properties" Target="/docProps/app.xml" Id="R45e2a95f3f8c42c0" /><Relationship Type="http://schemas.openxmlformats.org/officeDocument/2006/relationships/officeDocument" Target="/ppt/presentation.xml" Id="R66628647d71849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450394bdc847a0"/>
  </p:sldMasterIdLst>
  <p:notesMasterIdLst>
    <p:notesMasterId xmlns:r="http://schemas.openxmlformats.org/officeDocument/2006/relationships" r:id="Rbfa839ce953c40c3"/>
  </p:notesMasterIdLst>
  <p:sldIdLst>
    <p:sldId xmlns:r="http://schemas.openxmlformats.org/officeDocument/2006/relationships" id="256" r:id="R9d7312e1161e4ec8"/>
    <p:sldId xmlns:r="http://schemas.openxmlformats.org/officeDocument/2006/relationships" id="257" r:id="R99b8b25379bc4f7f"/>
    <p:sldId xmlns:r="http://schemas.openxmlformats.org/officeDocument/2006/relationships" id="258" r:id="Ra746bc8d146d4dd5"/>
    <p:sldId xmlns:r="http://schemas.openxmlformats.org/officeDocument/2006/relationships" id="259" r:id="R473dfa87ade347a2"/>
    <p:sldId xmlns:r="http://schemas.openxmlformats.org/officeDocument/2006/relationships" id="260" r:id="Rd0d3841bf00a49ab"/>
    <p:sldId xmlns:r="http://schemas.openxmlformats.org/officeDocument/2006/relationships" id="261" r:id="R4d3e82fad2ef4a49"/>
    <p:sldId xmlns:r="http://schemas.openxmlformats.org/officeDocument/2006/relationships" id="262" r:id="R98303b90e41c4380"/>
    <p:sldId xmlns:r="http://schemas.openxmlformats.org/officeDocument/2006/relationships" id="263" r:id="R18bc3f7db81c4f9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d129f32fb148fc" /><Relationship Type="http://schemas.openxmlformats.org/officeDocument/2006/relationships/slideMaster" Target="/ppt/slideMasters/slideMaster1.xml" Id="R47450394bdc847a0" /><Relationship Type="http://schemas.openxmlformats.org/officeDocument/2006/relationships/notesMaster" Target="/ppt/notesMasters/notesMaster1.xml" Id="Rbfa839ce953c40c3" /><Relationship Type="http://schemas.openxmlformats.org/officeDocument/2006/relationships/presProps" Target="/ppt/presProps.xml" Id="R61b0002660734a7e" /><Relationship Type="http://schemas.openxmlformats.org/officeDocument/2006/relationships/tableStyles" Target="/ppt/tableStyles.xml" Id="Rfc68eb2dd5f7485e" /><Relationship Type="http://schemas.openxmlformats.org/officeDocument/2006/relationships/slide" Target="/ppt/slides/slide1.xml" Id="R9d7312e1161e4ec8" /><Relationship Type="http://schemas.openxmlformats.org/officeDocument/2006/relationships/slide" Target="/ppt/slides/slide2.xml" Id="R99b8b25379bc4f7f" /><Relationship Type="http://schemas.openxmlformats.org/officeDocument/2006/relationships/slide" Target="/ppt/slides/slide3.xml" Id="Ra746bc8d146d4dd5" /><Relationship Type="http://schemas.openxmlformats.org/officeDocument/2006/relationships/slide" Target="/ppt/slides/slide4.xml" Id="R473dfa87ade347a2" /><Relationship Type="http://schemas.openxmlformats.org/officeDocument/2006/relationships/slide" Target="/ppt/slides/slide5.xml" Id="Rd0d3841bf00a49ab" /><Relationship Type="http://schemas.openxmlformats.org/officeDocument/2006/relationships/slide" Target="/ppt/slides/slide6.xml" Id="R4d3e82fad2ef4a49" /><Relationship Type="http://schemas.openxmlformats.org/officeDocument/2006/relationships/slide" Target="/ppt/slides/slide7.xml" Id="R98303b90e41c4380" /><Relationship Type="http://schemas.openxmlformats.org/officeDocument/2006/relationships/slide" Target="/ppt/slides/slide8.xml" Id="R18bc3f7db81c4f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88c666ed8a42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9424182edb4930" /><Relationship Type="http://schemas.openxmlformats.org/officeDocument/2006/relationships/notesMaster" Target="/ppt/notesMasters/notesMaster1.xml" Id="R74ba236e038c47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4dcc48e7744c48" /><Relationship Type="http://schemas.openxmlformats.org/officeDocument/2006/relationships/notesMaster" Target="/ppt/notesMasters/notesMaster1.xml" Id="R4cbff6c62a674e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b2ce90a42048d8" /><Relationship Type="http://schemas.openxmlformats.org/officeDocument/2006/relationships/notesMaster" Target="/ppt/notesMasters/notesMaster1.xml" Id="R7f7d5d7e9ccc44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5f7d1d1a424a59" /><Relationship Type="http://schemas.openxmlformats.org/officeDocument/2006/relationships/notesMaster" Target="/ppt/notesMasters/notesMaster1.xml" Id="R49f2c06147f041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f236053ceb41f2" /><Relationship Type="http://schemas.openxmlformats.org/officeDocument/2006/relationships/notesMaster" Target="/ppt/notesMasters/notesMaster1.xml" Id="R2578cd00b52949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f45af6ed404ec1" /><Relationship Type="http://schemas.openxmlformats.org/officeDocument/2006/relationships/notesMaster" Target="/ppt/notesMasters/notesMaster1.xml" Id="R2c3a3a58a80f48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68560aebeb46e7" /><Relationship Type="http://schemas.openxmlformats.org/officeDocument/2006/relationships/notesMaster" Target="/ppt/notesMasters/notesMaster1.xml" Id="R18326119e3f24b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08e594356946d3" /><Relationship Type="http://schemas.openxmlformats.org/officeDocument/2006/relationships/notesMaster" Target="/ppt/notesMasters/notesMaster1.xml" Id="R1764892da82446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9d7b5093fc46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e385e9bb4c4be1" /><Relationship Type="http://schemas.openxmlformats.org/officeDocument/2006/relationships/slideLayout" Target="/ppt/slideLayouts/slideLayout1.xml" Id="Read182bd2ec54b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d182bd2ec54b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8ff00ce634ac6" /><Relationship Type="http://schemas.openxmlformats.org/officeDocument/2006/relationships/notesSlide" Target="/ppt/notesSlides/notesSlide1.xml" Id="Rd2ba2b4d315c4d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a59d64a97459b" /><Relationship Type="http://schemas.openxmlformats.org/officeDocument/2006/relationships/notesSlide" Target="/ppt/notesSlides/notesSlide2.xml" Id="R5f576fcdca9749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15be5bae445ef" /><Relationship Type="http://schemas.openxmlformats.org/officeDocument/2006/relationships/notesSlide" Target="/ppt/notesSlides/notesSlide3.xml" Id="Rf1007fdf40bd4c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75df560194e76" /><Relationship Type="http://schemas.openxmlformats.org/officeDocument/2006/relationships/notesSlide" Target="/ppt/notesSlides/notesSlide4.xml" Id="R6a1927211d804c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9f774a7cf4a59" /><Relationship Type="http://schemas.openxmlformats.org/officeDocument/2006/relationships/chart" Target="/ppt/slides/charts/chart1.xml" Id="Rd37a70b9828f4780" /><Relationship Type="http://schemas.openxmlformats.org/officeDocument/2006/relationships/notesSlide" Target="/ppt/notesSlides/notesSlide5.xml" Id="Rd7318b11708d40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e8733cade4cb2" /><Relationship Type="http://schemas.openxmlformats.org/officeDocument/2006/relationships/notesSlide" Target="/ppt/notesSlides/notesSlide6.xml" Id="R51a70ab97b0648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434ca50854709" /><Relationship Type="http://schemas.openxmlformats.org/officeDocument/2006/relationships/notesSlide" Target="/ppt/notesSlides/notesSlide7.xml" Id="Rfebba16a752e4d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f2a0e15914b3f" /><Relationship Type="http://schemas.openxmlformats.org/officeDocument/2006/relationships/notesSlide" Target="/ppt/notesSlides/notesSlide8.xml" Id="R53bfd436e1504a4e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Formato valido</c:v>
          </c:tx>
          <c:spPr>
            <a:solidFill xmlns:a="http://schemas.openxmlformats.org/drawingml/2006/main">
              <a:srgbClr val="000000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LLaMA</c:v>
              </c:pt>
              <c:pt idx="1">
                <c:v>Phi</c:v>
              </c:pt>
              <c:pt idx="2">
                <c:v>Mistral</c:v>
              </c:pt>
            </c:strLit>
          </c:cat>
          <c:val>
            <c:numLit>
              <c:formatCode>General</c:formatCode>
              <c:ptCount val="3"/>
              <c:pt idx="0">
                <c:v>81</c:v>
              </c:pt>
              <c:pt idx="1">
                <c:v>76</c:v>
              </c:pt>
              <c:pt idx="2">
                <c:v>96</c:v>
              </c:pt>
            </c:numLit>
          </c:val>
        </c:ser>
        <c:ser>
          <c:idx val="1"/>
          <c:order val="1"/>
          <c:tx>
            <c:v>Relevancia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LLaMA</c:v>
              </c:pt>
              <c:pt idx="1">
                <c:v>Phi</c:v>
              </c:pt>
              <c:pt idx="2">
                <c:v>Mistral</c:v>
              </c:pt>
            </c:strLit>
          </c:cat>
          <c:val>
            <c:numLit>
              <c:formatCode>General</c:formatCode>
              <c:ptCount val="3"/>
              <c:pt idx="0">
                <c:v>68</c:v>
              </c:pt>
              <c:pt idx="1">
                <c:v>65</c:v>
              </c:pt>
              <c:pt idx="2">
                <c:v>73</c:v>
              </c:pt>
            </c:numLit>
          </c:val>
        </c:ser>
        <c:ser>
          <c:idx val="2"/>
          <c:order val="2"/>
          <c:tx>
            <c:v>Texto unico</c:v>
          </c:tx>
          <c:spPr>
            <a:solidFill xmlns:a="http://schemas.openxmlformats.org/drawingml/2006/main">
              <a:srgbClr val="B8BCC4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LLaMA</c:v>
              </c:pt>
              <c:pt idx="1">
                <c:v>Phi</c:v>
              </c:pt>
              <c:pt idx="2">
                <c:v>Mistral</c:v>
              </c:pt>
            </c:strLit>
          </c:cat>
          <c:val>
            <c:numLit>
              <c:formatCode>General</c:formatCode>
              <c:ptCount val="3"/>
              <c:pt idx="0">
                <c:v>91</c:v>
              </c:pt>
              <c:pt idx="1">
                <c:v>79</c:v>
              </c:pt>
              <c:pt idx="2">
                <c:v>99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B05273-364F-4503-9CE5-87AF3F09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CIT3360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75A10-A51F-4ADA-8A38-D023CE19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AE33D-009C-42EE-8BBC-045835A2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7810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LLMs locales para datos sinteticos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B2FED-8CE9-4ACC-99D4-5D936580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Comparacion de LLaMA, Phi y Mistral en consultas de soporte universitario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82FF6-59CA-4FBF-92F8-7DD9D41C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62100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B0937-D797-4B63-8800-1C3B2697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52600"/>
            <a:ext cx="1295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300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07DC9-5ECE-4704-B6A0-B38508F5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62200"/>
            <a:ext cx="129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ejemplos generados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409D2-D1BF-4113-B89E-D44774CB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62100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03F622-E5B7-4955-BCD1-DCC00A4C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52600"/>
            <a:ext cx="1295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9226B-F3E8-4F5E-9B99-58BE4E91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362200"/>
            <a:ext cx="129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modelos locales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6B870-012E-4C5C-BB2F-45FD54D1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86100"/>
            <a:ext cx="3657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C2616E-A7BA-454D-BEAC-108E1663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7660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70/15/15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1B863E-11C8-467F-BDBF-E4EEFD2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split train/val/test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15B0B-5835-4E48-ACEE-8383CA25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Entrega: video + presentacion + GitHub</a:t>
            </a:r>
          </a:p>
        </p:txBody>
      </p:sp>
    </p:spTree>
    <p:extLst>
      <p:ext uri="{BB962C8B-B14F-4D97-AF65-F5344CB8AC3E}">
        <p14:creationId xmlns:p14="http://schemas.microsoft.com/office/powerpoint/2010/main" val="2128210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DE3EC0-DAB6-4902-86AD-57913B6E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Objetivo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4D06E8-28D6-4071-8902-14013548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E1444-BBD4-4510-A5F1-02B08195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 se hizo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32058-28C6-43D2-B961-CCE06BA1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4C981-5DF7-43D2-820A-9802BF48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636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Ejecutar localmente tres familias de LLMs: LLaMA, Phi y Mistral.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51EB0B-0677-4723-A17B-49519A60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54641-B6DE-426C-812C-F6EE6D77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636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Usar los mismos prompts para generar datos sinteticos comparables.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76A5A-0E20-4F86-B2B1-5ABC826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045D2-D984-4EE8-B5D2-0421E52D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636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Evaluar coherencia, relevancia, diversidad y cumplimiento de formato.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B8522-14B9-4F2E-9433-B83DC9E0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92C5A5-9B3C-457E-9493-DEC37F21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636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Guardar codigo, prompts, dataset y resultados reproducibles.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B3052E-0752-4114-80A9-FE6F96A6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048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DDA853-A194-4C94-AFCF-CD8FB69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240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F335B4-0FF2-423A-B50B-CAF918F4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47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4922A-3B54-4054-9F31-D87EC7F9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52700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Prompts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4EC1AE-C811-4A85-9CC5-3FC96A14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288FEB-A467-4541-97B2-6FD2F907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Generacion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E9DEE-DF06-4B08-85F9-5A42963C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62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EBA12E-EF58-41E1-B15A-50D1BE7F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67100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Validacion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62F504-7984-4D39-B2A6-FD25AC9C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19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865D6A-8616-438A-AA54-E68DFCC3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24300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Metricas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3E506B-B9C9-4754-8CE8-B234E592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767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75DFC1-533C-4833-A5AF-E15BC5E2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81500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Split final</a:t>
            </a:r>
          </a:p>
        </p:txBody>
      </p:sp>
    </p:spTree>
    <p:extLst>
      <p:ext uri="{BB962C8B-B14F-4D97-AF65-F5344CB8AC3E}">
        <p14:creationId xmlns:p14="http://schemas.microsoft.com/office/powerpoint/2010/main" val="20308185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376C27-061F-4B98-9C2B-621DF7DB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Entorno local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A1601-17E3-48E0-887F-FA19C4C6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5AA3F-9E37-4C6F-BC89-2B26AF6A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Configuracion de ejecucion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434E5-7C22-441C-AA20-E6228F86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62593-D2B9-4974-9E3D-8EF4F157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811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Campo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2E52C-5D84-4D00-B5D3-E94DFC2B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6954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AE2DF-2792-4B3C-A30F-95745E74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811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A0432-0DC3-4166-928C-63198F3D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7A2955-4209-4CB0-82C3-D54C34E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383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Sistema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6468A-199E-41C6-9988-751820F1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526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2BB88-8774-4CF6-968A-E76ED3DE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383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Windows 10 Pro 2009, 64 bits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453D68-F14B-46D7-BD8E-6B11794B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84E26D-10BD-4D33-A95C-F9E75A21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955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4AA29-57DE-4D91-9E55-A5F2DE50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6098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1ECF5-9F00-4429-B0AE-38B4F35B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955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Intel Core i5-10400, 12 logicos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343FD-A1F6-426A-8D18-3B3B5A20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670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AC5D6C-94C7-48B2-913B-A0967194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527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GPU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C51E51-2A76-458C-A48D-89AFD5A1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670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1443E3-558C-4CB5-A432-B1E1E796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NVIDIA GeForce RTX 2060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EB62B6-8329-49F5-8881-13CF2C74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2B4CE2-92A1-4300-A9B5-94D6F081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99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57794D-40EB-4A2D-B774-87ABC38C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242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FB4C25-D642-4086-A876-49A5C0C2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099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47.92 GB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8ADE5-C208-47EB-A674-C6B0CB06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40D8C5-188D-4084-94A8-A1B355FD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671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Herramienta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DF5F5A-A113-4A05-BC36-6EA80FA3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814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DEF366-D40D-4F8F-AD01-410647C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671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Ollama 0.30.11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57237D-8F92-40A6-84A4-5B3CEC4D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251624-9C04-40FE-BDF2-EA56808E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243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Configuracion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DCA1C8-6878-40F3-9986-6B60B4EF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4386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F0A22A-F172-4A15-BE4E-DB6D9A8D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2437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temp 0.7, top_p 0.9, seed 3360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1EBEA5-CA21-4914-A2EA-3FFE55D3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3276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BFDC76-91BF-4FBF-9284-FF684110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859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llama3.2:3b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B057FD-BF91-4F31-9966-D49145D5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955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LLaMA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AE2829-8694-438F-A7EC-D7EFB5E0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3276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F72175-CA59-4F36-A9E5-87B3EE14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337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phi4-mini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655992-32D3-4E9B-A0E1-00744DE3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Phi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85345B-83FB-40C2-973C-04B8FC0A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91050"/>
            <a:ext cx="3276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19D874-0529-4725-87FE-04180D1C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815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mistral:7b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F74220-F523-41C5-9F39-B52291EF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91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Mistral</a:t>
            </a:r>
          </a:p>
        </p:txBody>
      </p:sp>
    </p:spTree>
    <p:extLst>
      <p:ext uri="{BB962C8B-B14F-4D97-AF65-F5344CB8AC3E}">
        <p14:creationId xmlns:p14="http://schemas.microsoft.com/office/powerpoint/2010/main" val="8756875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D7F8D3-0C69-48D8-B6A9-9BB41F44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F9016-06AE-4C4E-BCDC-5440751B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B70A8-DC4F-4EEC-B0BA-F79B2403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Topico y formato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36FE7-6A71-49C4-BB87-0E17F19A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A43098-49BE-45BD-A91F-05090E53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Topico: consultas de estudiantes a soporte universitario.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ECC54-20CB-42E2-93E5-B401B8A2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86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9AED2-FBE1-4C2A-B881-8E08960A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90775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Campos: id, texto, intencion y urgencia.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691823-DCDD-4160-86BC-4E4AC919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ABFD2-CCB9-413B-8C85-6E03523B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Intenciones: matricula, pagos, horarios, plataforma, becas, certificado.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63C08-BAED-4AAA-BD9B-B44B7075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EC668-F4B8-4BBB-8EC6-F95BFAD5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8075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Urgencias: baja, media y alta.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23A0B-608E-4F05-8AFF-48A88EE8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81150"/>
            <a:ext cx="1524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EE688-76E6-4743-90CF-FD881F6C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71650"/>
            <a:ext cx="110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79FD13-FB96-4DA9-9916-8495F16D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LLaMA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D2DA22-78E2-4D7E-BF1A-C0B25B67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581150"/>
            <a:ext cx="1524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E3941-5D62-4A26-A3A2-4E6675AD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771650"/>
            <a:ext cx="110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0F9416-0449-4707-8202-E6FC5644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Phi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26EF78-E74A-4CE0-8C83-3C12CD98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28950"/>
            <a:ext cx="32956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5BABA8-28F3-4786-90C6-D26D71BF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19450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0555AF-878B-422B-AEDC-1E3CF53F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2905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Mistral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15107E-276F-4E52-890F-44190CF6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76750"/>
            <a:ext cx="32956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0DB7B-E758-49E0-9732-A329F38B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67250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210 / 45 / 45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4C94A8-D373-4064-8DC4-17E82FA1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7685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Train / validation / test</a:t>
            </a:r>
          </a:p>
        </p:txBody>
      </p:sp>
    </p:spTree>
    <p:extLst>
      <p:ext uri="{BB962C8B-B14F-4D97-AF65-F5344CB8AC3E}">
        <p14:creationId xmlns:p14="http://schemas.microsoft.com/office/powerpoint/2010/main" val="418908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7638E9-DCAB-4954-9759-DC05B096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Resultados cuantitativos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82FB3-E609-415B-876B-D23276E2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1B2A0-C8AD-449B-AFBC-CB3A6DD0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Mistral lidero en formato; Phi en diversidad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2065D-503F-4C84-9E04-457EC319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C021F-6658-43C6-B84B-E297A63A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9067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F194A-B885-455B-805A-0FF6F182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04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59844-46E8-402D-BB44-20991C43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59067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Formato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425D9-D849-49A3-8178-6A00EC3E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04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04206-D7E5-4EA1-80D2-5F11ABE8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59067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Longitud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B109A9-8F90-4EDE-82D7-C255BFB0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04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F96D5-DFBC-46FF-8840-21880E48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Relevancia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34596-BBE1-47EC-9BFD-6EE260CD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504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706CE-0F9B-40F6-B30B-19CCB4F4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9067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Unicos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A5AAF-DFC5-478A-810D-FDE88210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04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3EDF4A-1D94-4B0E-8A8C-4396E862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59067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D-1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8F1FDF-8FBA-476C-A438-6AED6976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049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A37C6A-ABA0-48A7-9C2E-133EF315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9067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D-2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343965-76E0-43D1-8E8C-C212318F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D6413A-5DEB-48B6-8B1B-9F76EBCA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669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6A29F8-6773-4300-A333-BE330D27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812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A1556-F0EC-4054-B8E5-6B370889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06692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81%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381D67-8182-4D3F-87F2-75292FCC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9812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E8868A-65BB-416F-B1A6-4D48E1FF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6692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52%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34EDD4-59CA-4674-8E55-912B0FB1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812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646C8-F158-4F0D-A172-91F419D7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6692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68%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2765DD-164B-4D4A-B244-83CA3474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812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7C1C0-967A-428C-86A1-A13E918A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6692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91%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7DEF64-ECA6-4572-8A37-006CACAF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812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2B3872-24A4-4EC7-888A-CB3E3E5A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6692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0.165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385E20-5803-49D3-857C-D2F20B61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812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94ABF4-2CF8-44EA-B9C9-3D4AB261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6692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0.356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9A6AD1-8AEB-42C1-AAC1-C9246AD9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77F5F3-2D24-482D-A9BF-FEE0D57A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4317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Phi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FD863A-E88F-4316-A754-69BC61F9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574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0961AE-7318-455B-9A00-3537AD46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54317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76%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13C8BB-8FEB-4CEE-B429-C75BAB10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574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58EE22-4C64-4848-903E-D2B885E4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4317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12%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5CC693-C1C8-44A3-A263-317CA611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66EAB-EE51-4295-891F-BA8E3E17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4317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65%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77B4FC-FC58-462E-8740-1AEC2921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574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295816-80E9-48B8-BCC4-7B138522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4317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79%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AD9799-995D-46A8-A14A-EB16A4E7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574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A8CB95-D50F-4925-998B-4A1CC965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4317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0.261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5E1252-29CD-4A46-9BD0-7A539736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574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D9C005-D926-401A-AA57-50D233A8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0.594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7D74D7-AD48-4C64-A6C4-2F6C08AA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CDEB89A-74B3-4516-9E18-C89EC6D6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194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Mistral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A541EDD-473A-40A6-ACE9-FB4BEF2B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9337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D9ABF1-DEBB-465A-B516-A49692BB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1942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96%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2EA442-CCB8-4DE8-8736-9382D115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337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A80E3B-7F77-474E-9D60-DBB1138E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1942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0D6C8E1-BA3D-464B-9FE7-E872AF87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337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A7175A-87D7-4053-8019-351261DC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1942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73%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BE64A6-F6BD-425E-B8A4-E7EFB86A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1D39B3-DA58-461A-A3D7-32BD9F4F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1942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99%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D39B4D-3A30-4BDE-B9DC-E9A4B228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337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6EBF485-E3E0-4230-8885-8A5E8A5D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1942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0.160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9F7125E-DCC3-458D-8994-09B01833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337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E405B85-4092-459B-B6BB-3D52C820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19425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0.353</a:t>
            </a:r>
          </a:p>
        </p:txBody>
      </p:sp>
      <p:graphicFrame>
        <p:nvGraphicFramePr>
          <p:cNvPr id="120" name="Chart"/>
          <p:cNvGraphicFramePr/>
          <p:nvPr/>
        </p:nvGraphicFramePr>
        <p:xfrm>
          <a:off xmlns:a="http://schemas.openxmlformats.org/drawingml/2006/main" x="762000" y="3619500"/>
          <a:ext xmlns:a="http://schemas.openxmlformats.org/drawingml/2006/main" cx="9906000" cy="2286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7a70b9828f4780"/>
          </a:graphicData>
        </a:graphic>
      </p:graphicFrame>
    </p:spTree>
    <p:extLst>
      <p:ext uri="{BB962C8B-B14F-4D97-AF65-F5344CB8AC3E}">
        <p14:creationId xmlns:p14="http://schemas.microsoft.com/office/powerpoint/2010/main" val="2862442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9DE1C7-DEB8-4EC5-816E-1E50A0A6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Analisis cualitativo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2F55E-D480-4194-8ABC-18E82445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F42A8-C775-4C2B-A6F1-1433B282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Patrones observados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2E4F7-9AB0-495B-9EE8-C362FDC0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47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C0B00-473D-4D07-80CC-395022BB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62125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417C5-DC4D-46BB-A9B5-F019D317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764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E5BC5-949B-4C6B-8E5A-ED05CD96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7621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Fortaleza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0462C-487A-4CCD-B397-7832D440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764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C8191-2AE8-4FFE-B307-30BC9E13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621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Debilidad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EA1C2-9407-43C0-B6E9-65D66EB0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1047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3CD63A-37B8-4A20-B258-594AF0CC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52675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LLaMA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463841-9018-413C-96C4-F0417698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2669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55523-6C0E-4FF6-8B8E-82E4933A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5267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Textos naturales y mejor longitud relativa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66C2DA-D69A-4ECF-8023-954F5712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669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FD0997-1429-43FA-AB6F-6BFA1A3D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52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Etiquetas fuera del set: beka, beca o vacias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D42DE-738F-4C25-B9B3-4CD50243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1047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AFA63-AF56-43DE-881F-BEB84C89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43225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Phi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9D12E-24C0-4C96-92E4-2D273BEC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D3F99-208F-4FA1-A3D6-5094C8E7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9432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Mayor diversidad lexica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9954D6-2470-4970-B77E-2AD7A347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DD65CB-573C-4BD4-B463-AFB663E9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432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Mas duplicados y menor consistencia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498EFF-552D-43DF-84C6-69F3D058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48050"/>
            <a:ext cx="1047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E8AE50-EEF8-403A-9CBF-561CE799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33775"/>
            <a:ext cx="123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Mistral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D0FE65-8ED9-48BD-A0B9-4618D44D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4480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BD81DD-CF06-4E08-BB3D-B61E52C4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53377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Mejor formato y alta relevancia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4B79EC-AC17-4AEB-A634-7C652094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480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3BE4AC-9372-44D0-8941-E0FA1113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33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Muchos textos demasiado breves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DB9201-BDE7-4140-86AA-15357D76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006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Ejemplo Mistral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088A25-D67C-45DC-A466-A972EDA1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Tengo dudas sobre mi pago de matricula, como puedo solucionarlo?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771FA5-A9AC-4E7B-8F4C-984A93AB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intencion: pagos | urgencia: alta</a:t>
            </a:r>
          </a:p>
        </p:txBody>
      </p:sp>
    </p:spTree>
    <p:extLst>
      <p:ext uri="{BB962C8B-B14F-4D97-AF65-F5344CB8AC3E}">
        <p14:creationId xmlns:p14="http://schemas.microsoft.com/office/powerpoint/2010/main" val="458513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A8C7A0-3F8C-420E-B75F-9D086D5F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Hallazgos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D89ED-EE17-461B-9416-637E34EC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DDC00-86B5-4C95-A6FB-B55DD8D8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basta con generar: hay que validar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6793E-4B21-46E0-9D1C-148062D3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143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90D1B-801B-4501-878B-4E4F7324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Mistral 96%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BB3BE-2476-47EF-B023-6C36F7D8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mejor formato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D11B2-23A7-496F-BBE3-0799D51B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3143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87AC9-CD12-4A3B-8691-14F25284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00250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LLaMA 52%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1C5AE1-6B66-4C17-9E7B-FB540899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098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mejor longitud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C3A88-3FA0-41F6-B5A6-E8510B7D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3143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9B7FA-A97D-4861-ABA7-5707EBBE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00250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Phi D-2 0.594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52E1BE-A450-4833-941F-47FCE5EE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098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mayor diversidad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0604C-1FDC-4236-B8F0-473E757E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6CC05-DC35-4637-9166-80739932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10000"/>
            <a:ext cx="988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Todos los modelos tuvieron problemas para respetar estrictamente 12 a 35 palabras.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EBB55-C6B1-4752-9DB2-FBB10F07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B474A-D49B-40AA-9E31-DB21078C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988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 validacion automatica permitio detectar etiquetas invalidas y duplicados.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5CAFA0-3950-477D-936A-B2EBF28B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BAD2F-F4E3-4881-9926-5FB7BDD0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988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 familia Phi requirio cambiar de Phi-3 mini a Phi-4 mini para obtener 100 registros validos de ejecucion.</a:t>
            </a:r>
          </a:p>
        </p:txBody>
      </p:sp>
    </p:spTree>
    <p:extLst>
      <p:ext uri="{BB962C8B-B14F-4D97-AF65-F5344CB8AC3E}">
        <p14:creationId xmlns:p14="http://schemas.microsoft.com/office/powerpoint/2010/main" val="13575584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F947B0-A3E1-41E9-8E3B-4850F111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3A0E3-4ADA-4CDB-B42A-D37A7F8B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747A1F-2B6D-424A-815F-A57DCE4F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47750"/>
            <a:ext cx="781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Modelo recomendado: Mistral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91FFD-0161-4B23-9863-BC437997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Fue el mas estable para generar datos sinteticos estructurados: mejor formato, buena relevancia y casi todos los textos unicos.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641CA-ADF5-4411-8B9A-62F2B7A1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46FE0B-5BD5-4300-A443-7FBB439F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702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Usar Mistral como base del dataset final.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76346-CE9C-4ED6-9E40-6EEFD58E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A8B2B-2376-4583-931C-EB4D2544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702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Mantener validacion automatica de JSON, etiquetas y longitud.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0C7975-4E06-4F6E-8ADA-01A2E34C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F01A2-F36F-4AD4-8D0E-49BBE153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702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Ajustar prompts si se requiere balance perfecto de etiquetas.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6F629-B3F3-47CA-B4DC-D16768EB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69266-F6AC-46FA-A923-80D49CAF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7029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 split final queda listo para uso posterior: 210/45/45.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D0B67-86EB-4008-88B4-6E41D7B9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716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7F6AAF-EC1E-408B-BED5-B22907C9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FF6B35"/>
                </a:solidFill>
                <a:latin typeface="Helvetica Neue"/>
                <a:ea typeface="Helvetica Neue"/>
                <a:cs typeface="Helvetica Neue"/>
              </a:rPr>
              <a:t>300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8BCF9-B472-4DEA-8261-95F07C04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242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registros sinteticos listos</a:t>
            </a:r>
          </a:p>
        </p:txBody>
      </p:sp>
    </p:spTree>
    <p:extLst>
      <p:ext uri="{BB962C8B-B14F-4D97-AF65-F5344CB8AC3E}">
        <p14:creationId xmlns:p14="http://schemas.microsoft.com/office/powerpoint/2010/main" val="11958006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2026-06-29T01:30:26.7950000Z</dcterms:created>
  <dcterms:modified xsi:type="dcterms:W3CDTF">2026-06-29T01:30:26.7950000Z</dcterms:modified>
</coreProperties>
</file>