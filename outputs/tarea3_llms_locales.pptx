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202d6b6a4c468d" /><Relationship Type="http://schemas.openxmlformats.org/officeDocument/2006/relationships/extended-properties" Target="/docProps/app.xml" Id="R0fc7838303be4dd5" /><Relationship Type="http://schemas.openxmlformats.org/officeDocument/2006/relationships/officeDocument" Target="/ppt/presentation.xml" Id="R52e4aa784ebd4d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078455250b4557"/>
  </p:sldMasterIdLst>
  <p:notesMasterIdLst>
    <p:notesMasterId xmlns:r="http://schemas.openxmlformats.org/officeDocument/2006/relationships" r:id="R89da511e0caa4ed4"/>
  </p:notesMasterIdLst>
  <p:sldIdLst>
    <p:sldId xmlns:r="http://schemas.openxmlformats.org/officeDocument/2006/relationships" id="256" r:id="Rf19d860bc4724b0a"/>
    <p:sldId xmlns:r="http://schemas.openxmlformats.org/officeDocument/2006/relationships" id="257" r:id="Rca43d87561374f69"/>
    <p:sldId xmlns:r="http://schemas.openxmlformats.org/officeDocument/2006/relationships" id="258" r:id="Rc11751954e53461e"/>
    <p:sldId xmlns:r="http://schemas.openxmlformats.org/officeDocument/2006/relationships" id="259" r:id="R65d14dc65046407d"/>
    <p:sldId xmlns:r="http://schemas.openxmlformats.org/officeDocument/2006/relationships" id="260" r:id="R8378c3554c0b43e9"/>
    <p:sldId xmlns:r="http://schemas.openxmlformats.org/officeDocument/2006/relationships" id="261" r:id="R09e0339192e14029"/>
    <p:sldId xmlns:r="http://schemas.openxmlformats.org/officeDocument/2006/relationships" id="262" r:id="R867ccdcb5182471b"/>
    <p:sldId xmlns:r="http://schemas.openxmlformats.org/officeDocument/2006/relationships" id="263" r:id="Rb8f3ca92ee0247e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5409b1368a400f" /><Relationship Type="http://schemas.openxmlformats.org/officeDocument/2006/relationships/slideMaster" Target="/ppt/slideMasters/slideMaster1.xml" Id="Raf078455250b4557" /><Relationship Type="http://schemas.openxmlformats.org/officeDocument/2006/relationships/notesMaster" Target="/ppt/notesMasters/notesMaster1.xml" Id="R89da511e0caa4ed4" /><Relationship Type="http://schemas.openxmlformats.org/officeDocument/2006/relationships/presProps" Target="/ppt/presProps.xml" Id="R3aa8fc2324c8435e" /><Relationship Type="http://schemas.openxmlformats.org/officeDocument/2006/relationships/tableStyles" Target="/ppt/tableStyles.xml" Id="R832fcd5a2c134d59" /><Relationship Type="http://schemas.openxmlformats.org/officeDocument/2006/relationships/slide" Target="/ppt/slides/slide1.xml" Id="Rf19d860bc4724b0a" /><Relationship Type="http://schemas.openxmlformats.org/officeDocument/2006/relationships/slide" Target="/ppt/slides/slide2.xml" Id="Rca43d87561374f69" /><Relationship Type="http://schemas.openxmlformats.org/officeDocument/2006/relationships/slide" Target="/ppt/slides/slide3.xml" Id="Rc11751954e53461e" /><Relationship Type="http://schemas.openxmlformats.org/officeDocument/2006/relationships/slide" Target="/ppt/slides/slide4.xml" Id="R65d14dc65046407d" /><Relationship Type="http://schemas.openxmlformats.org/officeDocument/2006/relationships/slide" Target="/ppt/slides/slide5.xml" Id="R8378c3554c0b43e9" /><Relationship Type="http://schemas.openxmlformats.org/officeDocument/2006/relationships/slide" Target="/ppt/slides/slide6.xml" Id="R09e0339192e14029" /><Relationship Type="http://schemas.openxmlformats.org/officeDocument/2006/relationships/slide" Target="/ppt/slides/slide7.xml" Id="R867ccdcb5182471b" /><Relationship Type="http://schemas.openxmlformats.org/officeDocument/2006/relationships/slide" Target="/ppt/slides/slide8.xml" Id="Rb8f3ca92ee0247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ba9d35d86442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be8eed8f4b4efa" /><Relationship Type="http://schemas.openxmlformats.org/officeDocument/2006/relationships/notesMaster" Target="/ppt/notesMasters/notesMaster1.xml" Id="Rf37d46e4383e43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ca5a4e50ea41e1" /><Relationship Type="http://schemas.openxmlformats.org/officeDocument/2006/relationships/notesMaster" Target="/ppt/notesMasters/notesMaster1.xml" Id="Rdda6e59d918c4f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8191f3dc9049b3" /><Relationship Type="http://schemas.openxmlformats.org/officeDocument/2006/relationships/notesMaster" Target="/ppt/notesMasters/notesMaster1.xml" Id="R88bcea36ffae49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985937d17b4d3a" /><Relationship Type="http://schemas.openxmlformats.org/officeDocument/2006/relationships/notesMaster" Target="/ppt/notesMasters/notesMaster1.xml" Id="R0860605d7dea4b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84298b969045d9" /><Relationship Type="http://schemas.openxmlformats.org/officeDocument/2006/relationships/notesMaster" Target="/ppt/notesMasters/notesMaster1.xml" Id="R8e8d3d2603fd46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63f9d62bb7425f" /><Relationship Type="http://schemas.openxmlformats.org/officeDocument/2006/relationships/notesMaster" Target="/ppt/notesMasters/notesMaster1.xml" Id="R89136dcce8384a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cdef054ae8437a" /><Relationship Type="http://schemas.openxmlformats.org/officeDocument/2006/relationships/notesMaster" Target="/ppt/notesMasters/notesMaster1.xml" Id="R80d3846d3dd843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e0ea17e7bb48c7" /><Relationship Type="http://schemas.openxmlformats.org/officeDocument/2006/relationships/notesMaster" Target="/ppt/notesMasters/notesMaster1.xml" Id="Rcd2cf055af7b4b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1fd25ee80643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661611c0454b9d" /><Relationship Type="http://schemas.openxmlformats.org/officeDocument/2006/relationships/slideLayout" Target="/ppt/slideLayouts/slideLayout1.xml" Id="Rb3bdd681973449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bdd681973449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7457506c840b1" /><Relationship Type="http://schemas.openxmlformats.org/officeDocument/2006/relationships/notesSlide" Target="/ppt/notesSlides/notesSlide1.xml" Id="Rd7d33f2da9be4a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112aae171495b" /><Relationship Type="http://schemas.openxmlformats.org/officeDocument/2006/relationships/notesSlide" Target="/ppt/notesSlides/notesSlide2.xml" Id="R00a98d8748c641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7ae836fa3400b" /><Relationship Type="http://schemas.openxmlformats.org/officeDocument/2006/relationships/notesSlide" Target="/ppt/notesSlides/notesSlide3.xml" Id="R701ae00ef7b94a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a42cacc704bd8" /><Relationship Type="http://schemas.openxmlformats.org/officeDocument/2006/relationships/notesSlide" Target="/ppt/notesSlides/notesSlide4.xml" Id="R16db61336a1543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77674cf8f4f59" /><Relationship Type="http://schemas.openxmlformats.org/officeDocument/2006/relationships/chart" Target="/ppt/slides/charts/chart1.xml" Id="R225704f29db94e6d" /><Relationship Type="http://schemas.openxmlformats.org/officeDocument/2006/relationships/notesSlide" Target="/ppt/notesSlides/notesSlide5.xml" Id="Rf76dff84efd94f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987c58ac84bd6" /><Relationship Type="http://schemas.openxmlformats.org/officeDocument/2006/relationships/notesSlide" Target="/ppt/notesSlides/notesSlide6.xml" Id="R5a108cd185d641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967871b424eb9" /><Relationship Type="http://schemas.openxmlformats.org/officeDocument/2006/relationships/notesSlide" Target="/ppt/notesSlides/notesSlide7.xml" Id="R85e19d9f82674e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03bf4ead24485" /><Relationship Type="http://schemas.openxmlformats.org/officeDocument/2006/relationships/notesSlide" Target="/ppt/notesSlides/notesSlide8.xml" Id="Rb0eb98546b89466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Formato valido</c:v>
          </c:tx>
          <c:spPr>
            <a:solidFill xmlns:a="http://schemas.openxmlformats.org/drawingml/2006/main">
              <a:srgbClr val="000000"/>
            </a:solidFill>
          </c:spPr>
          <c:dLbls/>
          <c:cat>
            <c:strLit>
              <c:ptCount val="3"/>
              <c:pt idx="0">
                <c:v>LLaMA</c:v>
              </c:pt>
              <c:pt idx="1">
                <c:v>Phi</c:v>
              </c:pt>
              <c:pt idx="2">
                <c:v>Mistral</c:v>
              </c:pt>
            </c:strLit>
          </c:cat>
          <c:val>
            <c:numLit>
              <c:formatCode>General</c:formatCode>
              <c:ptCount val="3"/>
              <c:pt idx="0">
                <c:v>81</c:v>
              </c:pt>
              <c:pt idx="1">
                <c:v>76</c:v>
              </c:pt>
              <c:pt idx="2">
                <c:v>96</c:v>
              </c:pt>
            </c:numLit>
          </c:val>
        </c:ser>
        <c:ser>
          <c:idx val="1"/>
          <c:order val="1"/>
          <c:tx>
            <c:v>Relevancia</c:v>
          </c:tx>
          <c:spPr>
            <a:solidFill xmlns:a="http://schemas.openxmlformats.org/drawingml/2006/main">
              <a:srgbClr val="FF6B35"/>
            </a:solidFill>
          </c:spPr>
          <c:dLbls/>
          <c:cat>
            <c:strLit>
              <c:ptCount val="3"/>
              <c:pt idx="0">
                <c:v>LLaMA</c:v>
              </c:pt>
              <c:pt idx="1">
                <c:v>Phi</c:v>
              </c:pt>
              <c:pt idx="2">
                <c:v>Mistral</c:v>
              </c:pt>
            </c:strLit>
          </c:cat>
          <c:val>
            <c:numLit>
              <c:formatCode>General</c:formatCode>
              <c:ptCount val="3"/>
              <c:pt idx="0">
                <c:v>68</c:v>
              </c:pt>
              <c:pt idx="1">
                <c:v>65</c:v>
              </c:pt>
              <c:pt idx="2">
                <c:v>73</c:v>
              </c:pt>
            </c:numLit>
          </c:val>
        </c:ser>
        <c:ser>
          <c:idx val="2"/>
          <c:order val="2"/>
          <c:tx>
            <c:v>Texto unico</c:v>
          </c:tx>
          <c:spPr>
            <a:solidFill xmlns:a="http://schemas.openxmlformats.org/drawingml/2006/main">
              <a:srgbClr val="B8BCC4"/>
            </a:solidFill>
          </c:spPr>
          <c:dLbls/>
          <c:cat>
            <c:strLit>
              <c:ptCount val="3"/>
              <c:pt idx="0">
                <c:v>LLaMA</c:v>
              </c:pt>
              <c:pt idx="1">
                <c:v>Phi</c:v>
              </c:pt>
              <c:pt idx="2">
                <c:v>Mistral</c:v>
              </c:pt>
            </c:strLit>
          </c:cat>
          <c:val>
            <c:numLit>
              <c:formatCode>General</c:formatCode>
              <c:ptCount val="3"/>
              <c:pt idx="0">
                <c:v>91</c:v>
              </c:pt>
              <c:pt idx="1">
                <c:v>79</c:v>
              </c:pt>
              <c:pt idx="2">
                <c:v>99</c:v>
              </c:pt>
            </c:numLit>
          </c:val>
        </c:ser>
        <c:dLbls>
          <c:dLblPos val="outEnd"/>
          <c:showVal val="1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8A2959-F2F7-4082-AF26-F3B76A89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CIT3360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059DC-2EC6-4ABE-AC94-B47D586A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288FA-F97B-4D49-9E49-6118F7CE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781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LLMs locales para datos sinteticos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4D50C-C5C8-4505-B638-079ED8EF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Comparacion de LLaMA, Phi y Mistral en consultas de soporte universitario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7714C-5ABD-4E42-8FC1-A4D0826F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62100"/>
            <a:ext cx="171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0E3DC-604A-4BDC-BE00-55A5A808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52600"/>
            <a:ext cx="129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300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F61FDB-992E-427A-B6A3-2089F434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6220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ejemplos generados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D0161-7BC9-426D-A3A6-67840BFB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562100"/>
            <a:ext cx="171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C145CC-D225-4CC7-AEB8-C2EFE729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52600"/>
            <a:ext cx="129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B52A08-DB31-4CBC-930C-C5C9C701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6220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modelos locales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EB9494-1110-4501-9FE8-FBD1010B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86100"/>
            <a:ext cx="3657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7553A0-42D6-4068-B446-42C1216F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7660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70/15/15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D56E4-76E6-4260-B64F-B8F73890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split train/val/test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8109D6-3D4A-4556-B8F9-516EEB3F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Entrega: video + presentacion + GitHub</a:t>
            </a:r>
          </a:p>
        </p:txBody>
      </p:sp>
    </p:spTree>
    <p:extLst>
      <p:ext uri="{BB962C8B-B14F-4D97-AF65-F5344CB8AC3E}">
        <p14:creationId xmlns:p14="http://schemas.microsoft.com/office/powerpoint/2010/main" val="5498413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FC4761-B3B7-46FD-9A0B-8B81194B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Objetivo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01F93-C93D-4925-893F-192CD338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67098-1B02-4B61-8A3A-FF12C97D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Que se hizo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5AAA2-77EE-4882-B8E6-E3510406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91B44-BAD5-4250-AF4B-22ADA2A4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636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Ejecutar localmente tres familias de LLMs: LLaMA, Phi y Mistral.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5AD98-3425-44C3-8C8B-5C935E87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B7CC6-E8E6-47B2-AA4E-E7BFD905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636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Usar los mismos prompts para generar datos sinteticos comparables.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21CB67-4B71-45BA-AD62-842AC05C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6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E05469-D189-4A17-9802-D908FF8B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636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Evaluar coherencia, relevancia, diversidad y cumplimiento de formato.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122FD-0627-4783-8E74-7BEA471C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CE59CA-C2DB-41C8-A730-C4ED39D1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636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Guardar codigo, prompts, dataset y resultados reproducibles.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72E4A1-E781-49C0-870E-DDCBF890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048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FB904A-8D18-422D-A59C-AF45C26D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240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Pipeline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894E95-8F7A-451D-BEA7-1A77C757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47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F1486E-FC47-4940-8D39-9458A1E1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5270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Prompts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1CDADC-660A-418A-BACA-54FC8F76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05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3D458A-F8DC-4BFD-9AB1-C5F2ECD3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0990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Generacion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398C2F-587B-41E8-8774-3A575874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62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407829-8B75-4804-A74D-B2F6D3B2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6710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Validacion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9A217E-1275-44DB-A652-D13E5F0A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19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8E5A96-DA79-43A2-8F3B-AAFAA75F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2430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Metricas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4343A5-EC51-4471-B427-F116B46B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76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985D13-010A-42BB-90D9-BBE8C4EB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8150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Split final</a:t>
            </a:r>
          </a:p>
        </p:txBody>
      </p:sp>
    </p:spTree>
    <p:extLst>
      <p:ext uri="{BB962C8B-B14F-4D97-AF65-F5344CB8AC3E}">
        <p14:creationId xmlns:p14="http://schemas.microsoft.com/office/powerpoint/2010/main" val="19196198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BAF6E4-3B20-46FA-BEB0-373C6755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Entorno local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E422F4-DF67-4F67-8642-8F80E4DA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57137-5A7B-4B56-976B-4EC491E8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Configuracion de ejecucion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FF628-92AA-42EC-A6C5-91F3D32D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56C4B-D385-44DD-902D-C75CD661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811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Campo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E4FB7-6CBF-4EA7-B107-7D724C8E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6954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9D81F-58EC-4FC2-A502-9E8028FC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781175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832FE-9FA7-447D-BABD-E425B0C9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3F6B1A-896D-4A49-96A6-3DF03251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Sistema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CC8E39-BD22-4D4A-84A6-7AFEEFF6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526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AD800E-F50E-4014-8B57-A6DBE97E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38375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Windows 11 Pro Insider Preview 26H2, 64 bits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354A7E-2CA6-49ED-B59D-A3331846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28AA1C-C724-4347-8ED9-BE16E7BC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955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CPU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6C3EDF-9772-4141-83A8-A06D6A5C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098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F5C504-DFE1-4C97-BA25-B8ED02B7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95575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Intel Core i5-10400, 12 logicos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A44962-87B6-40F3-942B-6BA6C7E3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6A1166-DCDE-4314-B82F-C2ACCD3C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527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GPU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7A47EF-B968-4CEB-9E29-95B4364A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0670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B66767-5EAA-4A46-B5E2-9BC33940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52775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NVIDIA GeForce RTX 2060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BDBAE2-5788-4F92-9C89-4FC672DC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3B9A7B-793B-4C70-BE3A-3B7581D1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099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4DFBCC-1B88-45C8-992F-7D69A5CF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242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0EAFE0-5DBB-4928-9D3B-50609B7A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09975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47.92 GB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31322D-9E4E-4089-B04A-6A98D4A2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984EF2-ECE2-4E57-833F-B3662D96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671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Herramienta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D68243-5D41-417E-845F-1CFBDEB9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9814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FC89F9-4CAE-4259-BAAD-48ACCA82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067175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Ollama 0.30.11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7E27D1-F9D6-41BB-B97A-BCF2B6D5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F4385A-5C97-4EDC-B23B-D735099D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243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Configuracion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E9E4E1-51F3-462A-8F64-B1A9E018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386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143ACC-A37E-4D9A-B644-4916520B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524375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temp 0.7, top_p 0.9, seed 3360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340E29-99A6-4189-A0B4-56177366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95450"/>
            <a:ext cx="3276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797928-604C-45CC-B4C3-483AC471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859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llama3.2:3b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88C46F-F748-4FF2-B089-82234AD1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55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LLaMA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8BE7E1-CDF8-45E7-B10E-A0C2DDD8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3250"/>
            <a:ext cx="3276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9BE7CD-7DDF-4141-B26A-CD0FBF87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phi4-mini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6CA8F8-1AB5-4A3F-A7CE-DBDFAEE2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433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Phi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E0D2EF-52F9-4F58-BECA-5AE6B913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91050"/>
            <a:ext cx="3276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3A891A-8C49-494F-B0D8-80A9F28F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815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mistral:7b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06F8CC-530B-4F1E-AB5D-BB7AA36F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3911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Mistral</a:t>
            </a:r>
          </a:p>
        </p:txBody>
      </p:sp>
    </p:spTree>
    <p:extLst>
      <p:ext uri="{BB962C8B-B14F-4D97-AF65-F5344CB8AC3E}">
        <p14:creationId xmlns:p14="http://schemas.microsoft.com/office/powerpoint/2010/main" val="18675513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BA1DCC-8A7A-4C8F-BECD-CED5DD7C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981B4-6359-4B65-8298-79CB634D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17F6E-72AB-48BF-BA4C-2282EF89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Topico y formato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697FE-25A9-4CD6-B95B-1341C40B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57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ECB72-0AF7-4E95-921F-6272AD9B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664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Topico: consultas de estudiantes a soporte universitario.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F3065-8E8E-4939-86CC-FA1A3F3D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86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3E117-4046-402E-83B1-EE8158E4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90775"/>
            <a:ext cx="664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Campos: id, texto, intencion y urgencia.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2833F4-69D5-438A-A5CF-856BB121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14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C3E2D5-5B8E-4E4C-8015-825CEB2C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664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Intenciones: matricula, pagos, horarios, plataforma, becas, certificado.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F4C69A-A92A-48CE-B916-43525473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43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03FD30-5D40-4F5A-BA5D-04403952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664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Urgencias: baja, media y alta.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61D1D2-BEB6-42B5-816F-5FD8E1AD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81150"/>
            <a:ext cx="1524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EB335-F750-40FC-97A8-D0FCCBBC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71650"/>
            <a:ext cx="1104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4965A-4F94-4FD7-897E-F5AE3823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LLaMA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D7AAFA-FDB1-4C7B-B46F-81925283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581150"/>
            <a:ext cx="1524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AEE81B-DB30-4015-8FFB-B20275C7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771650"/>
            <a:ext cx="1104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100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F1A540-29BA-44FE-A72C-ACEEF189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81250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Phi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1095E4-071B-4DF0-AABA-332FB304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28950"/>
            <a:ext cx="32956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938CAB-962C-4151-8692-943A095A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19450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A9F9C5-2F5C-4DD8-8FE0-AAEFFC8F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290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Mistral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D8615E-0F80-4419-8239-7260EB81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76750"/>
            <a:ext cx="32956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24579A-F9B0-4649-99C1-2AEACDD5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67250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210 / 45 / 45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3415B3-92CB-457B-8080-EC0E81CC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768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Train / validation / test</a:t>
            </a:r>
          </a:p>
        </p:txBody>
      </p:sp>
    </p:spTree>
    <p:extLst>
      <p:ext uri="{BB962C8B-B14F-4D97-AF65-F5344CB8AC3E}">
        <p14:creationId xmlns:p14="http://schemas.microsoft.com/office/powerpoint/2010/main" val="8991916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0547AD-5E0B-4951-A738-01A91B84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Resultados cuantitativos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3C179-67B6-4106-91F1-5A6182FC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419572-6962-4DFA-BC08-7D781453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Mistral lidero en formato; Phi en diversidad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9573C-8980-4FBE-8B6B-6F6258DA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857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4407B-E27D-44A5-87C5-2EBF2CAA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906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Modelo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78757A-8C3A-4C77-9E2E-3BE8D5F2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5049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A0931-A763-4B4B-91E8-E18AA4EB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590675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Formato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FC78D-39F9-4015-8AA7-7553944F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049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5B006-18E8-4BC7-8EDC-2F8A78DC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590675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Longitud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70A505-DB57-421A-B37C-6E67896D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049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63DF2-AFA0-4F9C-BF50-B3496E39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590675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Relevancia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60D8C7-C729-4E4E-835F-96C2BF66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5049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913D9B-4DBB-4C2D-AA53-CA94225C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590675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Unicos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5B459C-6B31-494B-ACF1-8B0C4139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5049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E2FC5D-51F9-47FE-ADDE-7EFC2DE1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590675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D-1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415D6E-C1F5-4B01-AE6B-455C4CFB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435170-02DC-4BD2-B9E2-10FB56FE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90675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D-2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70C83A-4F1D-417A-83E6-768A468D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857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7AA16E-CC83-479A-8398-AE76DA61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6692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LLaMA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F88E8E-B2B7-4E94-96FA-00DA9C66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98120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21F18C-049C-4058-9727-00DA83E5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066925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81%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45FCCB-4C53-4922-BD70-609A1642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8120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BF21BE-557D-4413-9076-5A528081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66925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52%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ACA62A-C804-46FD-88FC-6901562D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8120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1BBCAE-A554-4E0A-9A61-9BC4C071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66925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68%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469806-8997-42F7-9335-5161FA2E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8120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EAD447-9ACD-42BC-AB2E-B9335550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66925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91%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FEDC4F-495E-4D06-B319-96F381DD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8120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7AFC29-15B0-4B44-907D-27AA24C8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66925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0.165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4E1C35-C8D1-45BF-8071-C020307A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8120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A2F263-0B62-4DB1-9C04-AE7A0F3E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66925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0.356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151489-0E63-40DF-9DC9-2748946E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857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5F9D47-8279-46A9-8957-F13CC554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431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Phi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ADBEC5-6DB9-4508-B889-FC59D348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4574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2939C7-5E61-4B77-9558-A52D06A7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543175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76%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FA475A-9649-4038-8F4B-7828C5DE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574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874B75-73D5-4ADC-A1D0-7FF82E9A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43175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12%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C20C05-FA2B-40D0-9E8D-4E404A8B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574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771957-FE0B-4AE1-AA13-4118EDB5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43175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65%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0DDCE6-573E-4109-A667-78BD0C76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574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57E20A-056A-471C-8BB2-768B40AA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43175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79%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4CB49D-17C3-4003-9855-7EB0BE99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574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6C3C0F-5D68-4070-ACE1-B7CFB89F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43175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0.261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1D8D858-50CA-4F09-98C3-4FC1F8FF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574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DE8F800-C6D2-4831-AEB6-088A408A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43175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0.594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ED94E0-1783-4F09-BCE4-5EF414F0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857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2815191-BF56-4A1F-B741-0DF415E1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1942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Mistral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6F80D36-EC90-4D54-A407-B7E82A9A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3370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C0AB0D8-A37E-43C4-8457-033F0C05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019425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96%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11A791C-B8D3-4240-A9F3-3FE2C746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3370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F23991F-5B0E-4004-92BA-3EAC94D0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19425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9%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94CFDC6-55A1-408D-BD46-467CB7F3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3370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8912E28-DDA5-45A0-B04D-938CF8ED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19425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73%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AF4074B-69B8-437A-B20F-02AF2D87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3370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8BA257D-BB78-4E22-BA22-1F2670AA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19425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99%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53C4990-AD38-442D-9E80-7B3C0197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3370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0E26214-B68F-412D-9663-C1D0A1BE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19425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0.160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0AAFA9C-5D0E-448B-BEBF-62BA6F9D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3370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313C4FD-6D19-44EC-BBAD-D8FA285E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19425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0.353</a:t>
            </a:r>
          </a:p>
        </p:txBody>
      </p:sp>
      <p:graphicFrame>
        <p:nvGraphicFramePr>
          <p:cNvPr id="120" name="Chart"/>
          <p:cNvGraphicFramePr/>
          <p:nvPr/>
        </p:nvGraphicFramePr>
        <p:xfrm>
          <a:off xmlns:a="http://schemas.openxmlformats.org/drawingml/2006/main" x="762000" y="3619500"/>
          <a:ext xmlns:a="http://schemas.openxmlformats.org/drawingml/2006/main" cx="9906000" cy="2286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25704f29db94e6d"/>
          </a:graphicData>
        </a:graphic>
      </p:graphicFrame>
    </p:spTree>
    <p:extLst>
      <p:ext uri="{BB962C8B-B14F-4D97-AF65-F5344CB8AC3E}">
        <p14:creationId xmlns:p14="http://schemas.microsoft.com/office/powerpoint/2010/main" val="5228102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2F6DCC-4E7F-4CCB-ADCC-F8AADCDD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Analisis cualitativo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A7CA5-85BC-493A-A5A8-8742FA6B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E355E-4025-4AFA-84E4-0EB98B32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609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Patrones observados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4611A2-128D-4203-BB56-60F8F938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047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9E2BC-9A77-457D-BD5E-876C0356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62125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Modelo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1904B-FA8C-42AA-BE4B-C78C532A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764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643D5-2B68-4175-9EE5-6E244CA7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762125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Fortaleza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9463E-6306-4F83-97BF-EAA40E70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764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3455A-AC51-45D6-94A2-83849190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621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Debilidad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3683F7-71BA-4839-8C8C-D184C204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1047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08E25-7F85-40DE-BBED-21EAF2D8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52675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LLaMA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E7A06D-D814-4B70-9C7C-C4677A9E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2669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8BD5E8-DD60-4AB1-A264-EC089CDD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352675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Textos naturales y mejor longitud relativa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0ED510-2052-481A-92EE-50B200E6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669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29B919-6162-47E2-A877-5EF744A8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526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Etiquetas fuera del set: beka, beca o vacias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E5E6AF-4841-4387-A5EA-4E6EC44D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1047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5ECC9C-BCEF-447A-B285-646F1EFF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43225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Phi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A25E35-077A-462F-BC79-FD778FE0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5EF181-8359-43EA-B7FF-FD1586AA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43225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Mayor diversidad lexica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272506-CD9C-4725-88DF-D7138196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575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B99B09-DF38-4380-BBFC-5D5A21B5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432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Mas duplicados y menor consistencia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7F1743-4E19-4E70-B9E6-C7B2A6BF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1047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955231-1E72-4524-AAA1-9C6EF658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33775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Mistral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9574D0-8A69-46A1-B768-1DBE6B32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4480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03BEBF-2643-4460-AABA-9A8A538A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533775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Mejor formato y alta relevancia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2F4F78-1AA9-4909-AD07-1085E899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480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9984F7-6794-4CC6-8194-5329ABAA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337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Muchos textos demasiado breves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7CC476-0573-4ADB-8FAE-4E7F6705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00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Ejemplo Mistral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C27B81-BC0A-4F47-B8D8-04658432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Tengo dudas sobre mi pago de matricula, como puedo solucionarlo?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5FBDA2-182E-47FA-9B9A-A865DA74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intencion: pagos | urgencia: alta</a:t>
            </a:r>
          </a:p>
        </p:txBody>
      </p:sp>
    </p:spTree>
    <p:extLst>
      <p:ext uri="{BB962C8B-B14F-4D97-AF65-F5344CB8AC3E}">
        <p14:creationId xmlns:p14="http://schemas.microsoft.com/office/powerpoint/2010/main" val="5918863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3D994E-7351-4AE7-BCDB-5BD9BA88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Hallazgos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D576A-4EEF-4E04-A930-3281F07A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71451B-3502-48A4-BABA-160E48EF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basta con generar: hay que validar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AFAA5-343B-44B3-BDB5-3C2A1CB9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143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8707D-5116-45E3-A59F-A979571E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Mistral 96%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A66C93-DDFB-4BEF-9203-19A7E713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mejor formato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C896F0-B57F-4414-A761-71C337A2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09750"/>
            <a:ext cx="3143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CD416-8EBE-4160-841E-69525915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00250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LLaMA 52%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38AF59-EB8A-4C67-899C-95167379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098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mejor longitud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0C806B-92C5-4DD1-8F0A-5ED80D4D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09750"/>
            <a:ext cx="3143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2DF0F6-5BB9-47B6-9869-A7E35F90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00250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Phi D-2 0.594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E8E31-23AA-45B0-9599-7D1FE386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098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mayor diversidad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743199-FA86-407F-B62D-F932BD29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E631C9-21DC-41C9-8715-12DB5524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988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Todos los modelos tuvieron problemas para respetar estrictamente 12 a 35 palabras.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6B6E67-3BAC-4A36-9E2D-596DEEDB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DF3CA1-8316-4E43-BC5A-CBC0D962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988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 validacion automatica permitio detectar etiquetas invalidas y duplicados.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2D3A18-B895-4745-BFD5-9E99B3F2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78D485-0E63-4789-BE16-D4670A51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988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 familia Phi requirio cambiar de Phi-3 mini a Phi-4 mini para obtener 100 registros validos de ejecucion.</a:t>
            </a:r>
          </a:p>
        </p:txBody>
      </p:sp>
    </p:spTree>
    <p:extLst>
      <p:ext uri="{BB962C8B-B14F-4D97-AF65-F5344CB8AC3E}">
        <p14:creationId xmlns:p14="http://schemas.microsoft.com/office/powerpoint/2010/main" val="10584803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F988BD-311A-4A0F-8E1D-0530015A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D2E44E-BDC1-4E91-BB3F-E24087F4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B0C31-48AA-4F41-9321-7368ABAC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477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Modelo recomendado: Mistral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29FD5-1209-4FD4-B65D-B7D69A15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Fue el mas estable para generar datos sinteticos estructurados: mejor formato, buena relevancia y casi todos los textos unicos.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C672D-3726-4BC8-A196-F5FC282E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8E9377-8F80-4B6E-B4BC-57691D57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7029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Usar Mistral como base del dataset final.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2FC5DF-2C48-4E34-8FCA-E689B3A2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BFCF3-94D8-4055-9E5B-29BD227D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7029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Mantener validacion automatica de JSON, etiquetas y longitud.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4DDB0C-9E5F-496C-B62E-75F326BB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9B4EB6-BAA3-43A7-B344-14FD63D4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7029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Ajustar prompts si se requiere balance perfecto de etiquetas.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B4667E-6476-4E38-B02A-52F3E186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D8B756-5FAF-44D3-925C-4168A45C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33950"/>
            <a:ext cx="7029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El split final queda listo para uso posterior: 210/45/45.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19A03A-CB7F-418D-A04B-09326C69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7165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AFCE36-AAB5-4F9A-8A88-66AA6499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669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300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1F2570-2E83-4021-8B32-C7660743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242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registros sinteticos listos</a:t>
            </a:r>
          </a:p>
        </p:txBody>
      </p:sp>
    </p:spTree>
    <p:extLst>
      <p:ext uri="{BB962C8B-B14F-4D97-AF65-F5344CB8AC3E}">
        <p14:creationId xmlns:p14="http://schemas.microsoft.com/office/powerpoint/2010/main" val="13555728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2026-07-02T20:02:33.1750000Z</dcterms:created>
  <dcterms:modified xsi:type="dcterms:W3CDTF">2026-07-02T20:02:33.1750000Z</dcterms:modified>
</coreProperties>
</file>